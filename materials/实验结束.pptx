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ad805317b4aab" /><Relationship Type="http://schemas.openxmlformats.org/officeDocument/2006/relationships/extended-properties" Target="/docProps/app.xml" Id="R2afc927c85c54b6e" /><Relationship Type="http://schemas.openxmlformats.org/officeDocument/2006/relationships/officeDocument" Target="/ppt/presentation.xml" Id="R4d1dbf3bc432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c75af683340c1"/>
  </p:sldMasterIdLst>
  <p:notesMasterIdLst>
    <p:notesMasterId xmlns:r="http://schemas.openxmlformats.org/officeDocument/2006/relationships" r:id="R203b4c2099fe4540"/>
  </p:notesMasterIdLst>
  <p:sldIdLst>
    <p:sldId xmlns:r="http://schemas.openxmlformats.org/officeDocument/2006/relationships" id="256" r:id="R4ca56e1f43d94f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93b27c5e0408b" /><Relationship Type="http://schemas.openxmlformats.org/officeDocument/2006/relationships/slideMaster" Target="/ppt/slideMasters/slideMaster1.xml" Id="R1fcc75af683340c1" /><Relationship Type="http://schemas.openxmlformats.org/officeDocument/2006/relationships/notesMaster" Target="/ppt/notesMasters/notesMaster1.xml" Id="R203b4c2099fe4540" /><Relationship Type="http://schemas.openxmlformats.org/officeDocument/2006/relationships/presProps" Target="/ppt/presProps.xml" Id="R7b0faa8d6003435e" /><Relationship Type="http://schemas.openxmlformats.org/officeDocument/2006/relationships/tableStyles" Target="/ppt/tableStyles.xml" Id="R9caeaa0582284811" /><Relationship Type="http://schemas.openxmlformats.org/officeDocument/2006/relationships/slide" Target="/ppt/slides/slide1.xml" Id="R4ca56e1f43d94f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d9d42c7c6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bdfdc57c14cac" /><Relationship Type="http://schemas.openxmlformats.org/officeDocument/2006/relationships/notesMaster" Target="/ppt/notesMasters/notesMaster1.xml" Id="R9aaa1578b44b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8f0c328ec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2cd1342544b08" /><Relationship Type="http://schemas.openxmlformats.org/officeDocument/2006/relationships/slideLayout" Target="/ppt/slideLayouts/slideLayout1.xml" Id="Red51a8d3ee81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1a8d3ee81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9d5ef11404f9e" /><Relationship Type="http://schemas.openxmlformats.org/officeDocument/2006/relationships/notesSlide" Target="/ppt/notesSlides/notesSlide1.xml" Id="R5c72745af49e4c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inish-panel">
            <a:extLst xmlns:a="http://schemas.openxmlformats.org/drawingml/2006/main">
              <a:ext uri="{FF2B5EF4-FFF2-40B4-BE49-F238E27FC236}">
                <a16:creationId xmlns:a16="http://schemas.microsoft.com/office/drawing/2014/main" id="{BC1197FF-C52A-4E3D-9FCD-E8D0CA6D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9EE"/>
            </a:solidFill>
            <a:prstDash val="solid"/>
          </a:ln>
        </p:spPr>
      </p:sp>
      <p:sp>
        <p:nvSpPr>
          <p:cNvPr id="2" name="status-pill">
            <a:extLst xmlns:a="http://schemas.openxmlformats.org/drawingml/2006/main">
              <a:ext uri="{FF2B5EF4-FFF2-40B4-BE49-F238E27FC236}">
                <a16:creationId xmlns:a16="http://schemas.microsoft.com/office/drawing/2014/main" id="{11EFAAB7-9B10-454E-A4AB-585A2AE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71550"/>
            <a:ext cx="2019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EAF5EF"/>
            </a:solidFill>
            <a:prstDash val="solid"/>
          </a:ln>
        </p:spPr>
      </p:sp>
      <p:sp>
        <p:nvSpPr>
          <p:cNvPr id="3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A5A6D5DB-4D51-4F8E-9D3D-2CD9EC2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57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33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33A"/>
                </a:solidFill>
                <a:latin typeface="PingFang SC"/>
                <a:ea typeface="PingFang SC"/>
                <a:cs typeface="PingFang SC"/>
              </a:rPr>
              <a:t>实验流程 · 已完成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0C8C20-7886-40FB-963D-F2570C3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本次数据采集已完成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53A6215-CD33-497C-96B8-EA5DC9F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A"/>
                </a:solidFill>
                <a:latin typeface="PingFang SC"/>
                <a:ea typeface="PingFang SC"/>
                <a:cs typeface="PingFang SC"/>
              </a:defRPr>
            </a:pPr>
            <a:r>
              <a:rPr sz="1875">
                <a:solidFill>
                  <a:srgbClr val="5F6B7A"/>
                </a:solidFill>
                <a:latin typeface="PingFang SC"/>
                <a:ea typeface="PingFang SC"/>
                <a:cs typeface="PingFang SC"/>
              </a:rPr>
              <a:t>感谢你的配合。请保持当前姿势，等待主试确认数据并协助拆卸设备。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3B6002C-CCE8-47ED-92C1-9AF9626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F"/>
          </a:solidFill>
          <a:ln xmlns:a="http://schemas.openxmlformats.org/drawingml/2006/main" w="0">
            <a:solidFill>
              <a:srgbClr val="E8EBEF"/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79EC077-10B4-4A66-8D0D-CE29E5C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空中手势采集实验</a:t>
            </a:r>
          </a:p>
        </p:txBody>
      </p:sp>
    </p:spTree>
    <p:extLst>
      <p:ext uri="{BB962C8B-B14F-4D97-AF65-F5344CB8AC3E}">
        <p14:creationId xmlns:p14="http://schemas.microsoft.com/office/powerpoint/2010/main" val="734333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2026-07-13T08:04:07.7550000Z</dcterms:created>
  <dcterms:modified xsi:type="dcterms:W3CDTF">2026-07-13T08:04:07.7550000Z</dcterms:modified>
</coreProperties>
</file>